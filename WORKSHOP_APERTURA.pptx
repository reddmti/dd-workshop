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2402541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46888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>
                <a:solidFill>
                  <a:srgbClr val="632CA6"/>
                </a:solidFill>
                <a:latin typeface="Calibri"/>
              </a:rPr>
              <a:t>Calidad y velocidad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>
                <a:solidFill>
                  <a:srgbClr val="1F1F1F"/>
                </a:solidFill>
                <a:latin typeface="Calibri"/>
              </a:rPr>
              <a:t>en el ciclo de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>
                <a:solidFill>
                  <a:srgbClr val="555555"/>
                </a:solidFill>
                <a:latin typeface="Calibri"/>
              </a:rPr>
              <a:t>Una mirada practica con Datadog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632CA6"/>
                </a:solidFill>
                <a:latin typeface="Calibri"/>
              </a:rPr>
              <a:t>TekServicios  |  Workshop tecnico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228600"/>
            <a:ext cx="1321398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F1F1F"/>
                </a:solidFill>
                <a:latin typeface="Calibri"/>
              </a:rPr>
              <a:t>Cuando el pipeline no protege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F1F1F"/>
                </a:solidFill>
                <a:latin typeface="Calibri"/>
              </a:rPr>
              <a:t>  Tests rotos llegan a produccion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F1F1F"/>
                </a:solidFill>
                <a:latin typeface="Calibri"/>
              </a:rPr>
              <a:t>  Vulnerabilidades pasan inadvertidas durante semanas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F1F1F"/>
                </a:solidFill>
                <a:latin typeface="Calibri"/>
              </a:rPr>
              <a:t>  Cada incidente se detecta tarde y caro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F1F1F"/>
                </a:solidFill>
                <a:latin typeface="Calibri"/>
              </a:rPr>
              <a:t>  Las metricas de entrega se deterioran sin alerta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Workshop Datadog  |  TekServicios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228600"/>
            <a:ext cx="1321398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32CA6"/>
                </a:solidFill>
                <a:latin typeface="Calibri"/>
              </a:rPr>
              <a:t>LA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F1F1F"/>
                </a:solidFill>
                <a:latin typeface="Calibri"/>
              </a:rPr>
              <a:t>Dos repos, dos realidades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696140"/>
            <a:ext cx="5303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REPO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08960"/>
            <a:ext cx="5303520" cy="274320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484632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Tests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bloquean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el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deploy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PR Gate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impide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el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merge</a:t>
            </a: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El bug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nunca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llega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a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usuarios</a:t>
            </a:r>
            <a:endParaRPr sz="1600" dirty="0">
              <a:solidFill>
                <a:srgbClr val="1F1F1F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Datadog PREVIENE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560320"/>
            <a:ext cx="5303520" cy="5486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2696140"/>
            <a:ext cx="5303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Calibri"/>
              </a:rPr>
              <a:t>REPO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108960"/>
            <a:ext cx="5303520" cy="274320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484632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Pipeline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despliega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siempre</a:t>
            </a:r>
            <a:endParaRPr sz="1600" dirty="0">
              <a:solidFill>
                <a:srgbClr val="1F1F1F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El bug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llega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a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produccion</a:t>
            </a:r>
            <a:endParaRPr sz="1600" dirty="0">
              <a:solidFill>
                <a:srgbClr val="1F1F1F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Sintetico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detecta</a:t>
            </a:r>
            <a:r>
              <a:rPr sz="1600" dirty="0">
                <a:solidFill>
                  <a:srgbClr val="1F1F1F"/>
                </a:solidFill>
                <a:latin typeface="Calibri"/>
              </a:rPr>
              <a:t> la </a:t>
            </a:r>
            <a:r>
              <a:rPr sz="1600" dirty="0" err="1">
                <a:solidFill>
                  <a:srgbClr val="1F1F1F"/>
                </a:solidFill>
                <a:latin typeface="Calibri"/>
              </a:rPr>
              <a:t>caida</a:t>
            </a:r>
            <a:endParaRPr sz="1600" dirty="0">
              <a:solidFill>
                <a:srgbClr val="1F1F1F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600" dirty="0">
                <a:solidFill>
                  <a:srgbClr val="1F1F1F"/>
                </a:solidFill>
                <a:latin typeface="Calibri"/>
              </a:rPr>
              <a:t>  Datadog DETECTA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Mismo codigo, mismo bug, dos historias diferentes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Workshop Datadog  |  TekServicios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228600"/>
            <a:ext cx="1321398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32CA6"/>
                </a:solidFill>
                <a:latin typeface="Calibri"/>
              </a:rPr>
              <a:t>LO QUE VAMOS A 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F1F1F"/>
                </a:solidFill>
                <a:latin typeface="Calibri"/>
              </a:rPr>
              <a:t>Cinco capacidades en accion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127" y="2743200"/>
            <a:ext cx="2194560" cy="64008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5127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3383280"/>
            <a:ext cx="2194560" cy="210312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287" y="361188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1F1F"/>
                </a:solidFill>
                <a:latin typeface="Calibri"/>
              </a:rPr>
              <a:t>Code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287" y="429768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Detecta vulnerabilidades sin ejecutar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6847" y="2743200"/>
            <a:ext cx="2194560" cy="64008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66847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6847" y="3383280"/>
            <a:ext cx="2194560" cy="210312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04007" y="361188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1F1F"/>
                </a:solidFill>
                <a:latin typeface="Calibri"/>
              </a:rPr>
              <a:t>Test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4007" y="429768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Visibilidad real de los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8567" y="2743200"/>
            <a:ext cx="2194560" cy="64008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8567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3383280"/>
            <a:ext cx="2194560" cy="210312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35727" y="361188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1F1F"/>
                </a:solidFill>
                <a:latin typeface="Calibri"/>
              </a:rPr>
              <a:t>Continuous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5727" y="429768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Valida la app desplegada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0287" y="2743200"/>
            <a:ext cx="2194560" cy="64008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30287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0287" y="3383280"/>
            <a:ext cx="2194560" cy="210312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67447" y="361188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1F1F"/>
                </a:solidFill>
                <a:latin typeface="Calibri"/>
              </a:rPr>
              <a:t>DORA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447" y="429768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Mide el impacto en la entrega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62007" y="2743200"/>
            <a:ext cx="2194560" cy="64008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62007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62007" y="3383280"/>
            <a:ext cx="2194560" cy="210312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99167" y="361188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1F1F"/>
                </a:solidFill>
                <a:latin typeface="Calibri"/>
              </a:rPr>
              <a:t>PR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9167" y="4297680"/>
            <a:ext cx="1920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Bloquea lo que no debe llegar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Workshop Datadog  |  TekServicios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228600"/>
            <a:ext cx="1321398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32CA6"/>
                </a:solidFill>
                <a:latin typeface="Calibri"/>
              </a:rPr>
              <a:t>VALOR CONCRETO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F1F1F"/>
                </a:solidFill>
                <a:latin typeface="Calibri"/>
              </a:rPr>
              <a:t>Que se llevan al final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137160" cy="73152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1F1F"/>
                </a:solidFill>
                <a:latin typeface="Calibri"/>
              </a:rPr>
              <a:t>Detectar antes que el 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Cada problema lo encuentra el equipo, no el cliente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137160" cy="73152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1F1F"/>
                </a:solidFill>
                <a:latin typeface="Calibri"/>
              </a:rPr>
              <a:t>Bloquear merges riesgosos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Reglas automaticas, sin depender del criterio del revisor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34840"/>
            <a:ext cx="137160" cy="73152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1F1F"/>
                </a:solidFill>
                <a:latin typeface="Calibri"/>
              </a:rPr>
              <a:t>Medir el impacto de cada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Metricas DORA actualizadas en cada despliegue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03520"/>
            <a:ext cx="137160" cy="73152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1F1F"/>
                </a:solidFill>
                <a:latin typeface="Calibri"/>
              </a:rPr>
              <a:t>Defender la inversion en calidad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Datos concretos para sustentar decisiones tecnicas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Workshop Datadog  |  TekServicios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228600"/>
            <a:ext cx="1321398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32CA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dirty="0">
                <a:solidFill>
                  <a:srgbClr val="1F1F1F"/>
                </a:solidFill>
                <a:latin typeface="Calibri"/>
              </a:rPr>
              <a:t>Lo </a:t>
            </a:r>
            <a:r>
              <a:rPr sz="3400" b="1" dirty="0" err="1">
                <a:solidFill>
                  <a:srgbClr val="1F1F1F"/>
                </a:solidFill>
                <a:latin typeface="Calibri"/>
              </a:rPr>
              <a:t>que</a:t>
            </a:r>
            <a:r>
              <a:rPr lang="es-ES" sz="3400" b="1" dirty="0">
                <a:solidFill>
                  <a:srgbClr val="1F1F1F"/>
                </a:solidFill>
                <a:latin typeface="Calibri"/>
              </a:rPr>
              <a:t> viene</a:t>
            </a:r>
            <a:endParaRPr sz="34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8007" y="2743200"/>
            <a:ext cx="356616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8007" y="27432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Bloque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007" y="3337560"/>
            <a:ext cx="3566160" cy="214884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887" y="3520440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>
                <a:solidFill>
                  <a:srgbClr val="1F1F1F"/>
                </a:solidFill>
                <a:latin typeface="Calibri"/>
              </a:rPr>
              <a:t>Repo </a:t>
            </a:r>
            <a:r>
              <a:rPr lang="es-ES" sz="1800" b="1" dirty="0">
                <a:solidFill>
                  <a:srgbClr val="1F1F1F"/>
                </a:solidFill>
                <a:latin typeface="Calibri"/>
              </a:rPr>
              <a:t>1</a:t>
            </a:r>
            <a:endParaRPr sz="18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0887" y="40690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SAST + Tests + PR Gates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2767" y="2743200"/>
            <a:ext cx="3566160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2767" y="27432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Bloque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2767" y="3337560"/>
            <a:ext cx="3566160" cy="214884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5647" y="3520440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>
                <a:solidFill>
                  <a:srgbClr val="1F1F1F"/>
                </a:solidFill>
                <a:latin typeface="Calibri"/>
              </a:rPr>
              <a:t>Repo </a:t>
            </a:r>
            <a:r>
              <a:rPr lang="es-ES" sz="1800" b="1" dirty="0">
                <a:solidFill>
                  <a:srgbClr val="1F1F1F"/>
                </a:solidFill>
                <a:latin typeface="Calibri"/>
              </a:rPr>
              <a:t>2</a:t>
            </a:r>
            <a:endParaRPr sz="1800" b="1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95647" y="40690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Continuous Testing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2743200"/>
            <a:ext cx="3566160" cy="5943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07527" y="27432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Bloque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7527" y="3337560"/>
            <a:ext cx="3566160" cy="214884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0407" y="35204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1F1F"/>
                </a:solidFill>
                <a:latin typeface="Calibri"/>
              </a:rPr>
              <a:t>Comparacion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407" y="40690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DORA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632CA6"/>
                </a:solidFill>
                <a:latin typeface="Calibri"/>
              </a:rPr>
              <a:t>Vamos con la primera demo.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32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Workshop Datadog  |  TekServicios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284</Words>
  <Application>Microsoft Office PowerPoint</Application>
  <PresentationFormat>Panorámica</PresentationFormat>
  <Paragraphs>72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Matias Monsalve</cp:lastModifiedBy>
  <cp:revision>2</cp:revision>
  <dcterms:created xsi:type="dcterms:W3CDTF">2013-01-27T09:14:16Z</dcterms:created>
  <dcterms:modified xsi:type="dcterms:W3CDTF">2026-04-25T00:24:59Z</dcterms:modified>
  <cp:category/>
</cp:coreProperties>
</file>